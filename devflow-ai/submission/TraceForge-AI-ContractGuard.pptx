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Cabin"/>
      <p:regular r:id="rId201314"/>
    </p:embeddedFont>
    <p:embeddedFont>
      <p:font typeface="Cabin Medium"/>
      <p:regular r:id="rId201315"/>
    </p:embeddedFont>
    <p:embeddedFont>
      <p:font typeface="Cabin SemiBold"/>
      <p:regular r:id="rId201316"/>
    </p:embeddedFont>
    <p:embeddedFont>
      <p:font typeface="Cabin Bold"/>
      <p:regular r:id="rId201317"/>
    </p:embeddedFont>
    <p:embeddedFont>
      <p:font typeface="Unbounded Medium"/>
      <p:regular r:id="rId201318"/>
    </p:embeddedFont>
    <p:embeddedFont>
      <p:font typeface="Unbounded Semi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978720"/>
            <a:ext cx="67054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TRACEFORGE AI · CONTRACTGUARD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2251770"/>
            <a:ext cx="6095848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000" spc="-60" kern="0" dirty="0">
                <a:solidFill>
                  <a:srgbClr val="FFFFFF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From bug</a:t>
            </a:r>
            <a:endParaRPr lang="en-US" sz="6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6000" spc="-60" kern="0" dirty="0">
                <a:solidFill>
                  <a:srgbClr val="FFFFFF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to proof.</a:t>
            </a:r>
            <a:endParaRPr lang="en-US" sz="6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978970"/>
            <a:ext cx="6095848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4582220"/>
            <a:ext cx="609584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One inspectable chain from requirement to verified fix.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120" kern="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2650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API contract drift turns one bug into an investigation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35770"/>
            <a:ext cx="10972526" cy="254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585" y="2473920"/>
            <a:ext cx="3454314" cy="2534642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6" name="Text 3"/>
          <p:cNvSpPr/>
          <p:nvPr/>
        </p:nvSpPr>
        <p:spPr>
          <a:xfrm>
            <a:off x="838179" y="2702520"/>
            <a:ext cx="299712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Four sources drift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38179" y="3211711"/>
            <a:ext cx="2997125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Frontend requests, backend handlers, tests, and documentation gradually fall out of sync.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68691" y="2473920"/>
            <a:ext cx="3454314" cy="2534642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9" name="Text 6"/>
          <p:cNvSpPr/>
          <p:nvPr/>
        </p:nvSpPr>
        <p:spPr>
          <a:xfrm>
            <a:off x="4597285" y="2702520"/>
            <a:ext cx="299712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Intent gets reconstructed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597285" y="3211711"/>
            <a:ext cx="2997125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Developers search multiple files, reproduce failures manually, and struggle to prove the correction is complete.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127797" y="2473920"/>
            <a:ext cx="3454314" cy="2534642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12" name="Text 9"/>
          <p:cNvSpPr/>
          <p:nvPr/>
        </p:nvSpPr>
        <p:spPr>
          <a:xfrm>
            <a:off x="8356391" y="2702520"/>
            <a:ext cx="322571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THE INSPECTABLE PATH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356391" y="2975570"/>
            <a:ext cx="2997125" cy="1089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Requirement → evidence → fix → verification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356391" y="4211042"/>
            <a:ext cx="299712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ContractGuard focuses the workflow on one traceable path.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120" kern="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MVP FIXTURE · UPLOADLAB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2650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One real failure makes the contract concrete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35770"/>
            <a:ext cx="10972526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47392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UploadLab is a bundled full-stack sample application for multiple-file uploads.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942530"/>
          <a:ext cx="9143771" cy="914400"/>
        </p:xfrm>
        <a:graphic>
          <a:graphicData uri="http://schemas.openxmlformats.org/drawingml/2006/table">
            <a:tbl>
              <a:tblPr/>
              <a:tblGrid>
                <a:gridCol w="3291758"/>
                <a:gridCol w="7680768"/>
              </a:tblGrid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Contract element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Expected behavior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Request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POST /api/upload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Multipart field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files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Formats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.txt and .png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Limits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5 MB per file; 10 MB combined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9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Success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200 OK with uploaded results and count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09585" y="5872063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broken fixture contains two deliberate defects so the baseline produces observable failures.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120" kern="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THE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2650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ContractGuard coordinates the full bug-to-proof loop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4101902"/>
            <a:ext cx="10972526" cy="28575"/>
          </a:xfrm>
          <a:prstGeom prst="roundRect">
            <a:avLst>
              <a:gd name="adj" fmla="val 49999"/>
            </a:avLst>
          </a:prstGeom>
          <a:solidFill>
            <a:srgbClr val="219186"/>
          </a:solidFill>
          <a:ln/>
        </p:spPr>
      </p:sp>
      <p:sp>
        <p:nvSpPr>
          <p:cNvPr id="5" name="Shape 3"/>
          <p:cNvSpPr/>
          <p:nvPr/>
        </p:nvSpPr>
        <p:spPr>
          <a:xfrm>
            <a:off x="2339321" y="3492302"/>
            <a:ext cx="28574" cy="609600"/>
          </a:xfrm>
          <a:prstGeom prst="roundRect">
            <a:avLst>
              <a:gd name="adj" fmla="val 50000"/>
            </a:avLst>
          </a:prstGeom>
          <a:solidFill>
            <a:srgbClr val="219186"/>
          </a:solidFill>
          <a:ln/>
        </p:spPr>
      </p:sp>
      <p:sp>
        <p:nvSpPr>
          <p:cNvPr id="6" name="Shape 4"/>
          <p:cNvSpPr/>
          <p:nvPr/>
        </p:nvSpPr>
        <p:spPr>
          <a:xfrm>
            <a:off x="2125014" y="3873302"/>
            <a:ext cx="457189" cy="457200"/>
          </a:xfrm>
          <a:prstGeom prst="roundRect">
            <a:avLst>
              <a:gd name="adj" fmla="val 40000"/>
            </a:avLst>
          </a:prstGeom>
          <a:solidFill>
            <a:srgbClr val="08786D"/>
          </a:solidFill>
          <a:ln w="12700">
            <a:solidFill>
              <a:srgbClr val="2191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01212" y="3934271"/>
            <a:ext cx="304792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spc="-24" kern="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12780" y="2016720"/>
            <a:ext cx="308175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00" spc="-18" kern="0" dirty="0">
                <a:solidFill>
                  <a:srgbClr val="CAD6DE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Intake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2780" y="2435721"/>
            <a:ext cx="308175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Intake the bug; establish expected behavior.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10441" y="4101902"/>
            <a:ext cx="28574" cy="609600"/>
          </a:xfrm>
          <a:prstGeom prst="roundRect">
            <a:avLst>
              <a:gd name="adj" fmla="val 50000"/>
            </a:avLst>
          </a:prstGeom>
          <a:solidFill>
            <a:srgbClr val="219186"/>
          </a:solidFill>
          <a:ln/>
        </p:spPr>
      </p:sp>
      <p:sp>
        <p:nvSpPr>
          <p:cNvPr id="11" name="Shape 9"/>
          <p:cNvSpPr/>
          <p:nvPr/>
        </p:nvSpPr>
        <p:spPr>
          <a:xfrm>
            <a:off x="3996134" y="3873302"/>
            <a:ext cx="457189" cy="457200"/>
          </a:xfrm>
          <a:prstGeom prst="roundRect">
            <a:avLst>
              <a:gd name="adj" fmla="val 40000"/>
            </a:avLst>
          </a:prstGeom>
          <a:solidFill>
            <a:srgbClr val="08786D"/>
          </a:solidFill>
          <a:ln w="12700">
            <a:solidFill>
              <a:srgbClr val="2191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72332" y="3934271"/>
            <a:ext cx="304792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spc="-24" kern="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83800" y="4914702"/>
            <a:ext cx="308185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00" spc="-18" kern="0" dirty="0">
                <a:solidFill>
                  <a:srgbClr val="CAD6DE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Baseline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83800" y="5333702"/>
            <a:ext cx="308185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Prepare an isolated workspace; capture genuine baseline failures.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81461" y="3492302"/>
            <a:ext cx="28574" cy="609600"/>
          </a:xfrm>
          <a:prstGeom prst="roundRect">
            <a:avLst>
              <a:gd name="adj" fmla="val 50000"/>
            </a:avLst>
          </a:prstGeom>
          <a:solidFill>
            <a:srgbClr val="219186"/>
          </a:solidFill>
          <a:ln/>
        </p:spPr>
      </p:sp>
      <p:sp>
        <p:nvSpPr>
          <p:cNvPr id="16" name="Shape 14"/>
          <p:cNvSpPr/>
          <p:nvPr/>
        </p:nvSpPr>
        <p:spPr>
          <a:xfrm>
            <a:off x="5867154" y="3873302"/>
            <a:ext cx="457189" cy="457200"/>
          </a:xfrm>
          <a:prstGeom prst="roundRect">
            <a:avLst>
              <a:gd name="adj" fmla="val 40000"/>
            </a:avLst>
          </a:prstGeom>
          <a:solidFill>
            <a:srgbClr val="08786D"/>
          </a:solidFill>
          <a:ln w="12700">
            <a:solidFill>
              <a:srgbClr val="2191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352" y="3934271"/>
            <a:ext cx="304792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spc="-24" kern="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54920" y="2016720"/>
            <a:ext cx="308175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00" spc="-18" kern="0" dirty="0">
                <a:solidFill>
                  <a:srgbClr val="CAD6DE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Investigate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54920" y="2435721"/>
            <a:ext cx="308175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Hand IBM Bob a task-specific prompt and real project context.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52581" y="4101902"/>
            <a:ext cx="28574" cy="609600"/>
          </a:xfrm>
          <a:prstGeom prst="roundRect">
            <a:avLst>
              <a:gd name="adj" fmla="val 50000"/>
            </a:avLst>
          </a:prstGeom>
          <a:solidFill>
            <a:srgbClr val="219186"/>
          </a:solidFill>
          <a:ln/>
        </p:spPr>
      </p:sp>
      <p:sp>
        <p:nvSpPr>
          <p:cNvPr id="21" name="Shape 19"/>
          <p:cNvSpPr/>
          <p:nvPr/>
        </p:nvSpPr>
        <p:spPr>
          <a:xfrm>
            <a:off x="7738274" y="3873302"/>
            <a:ext cx="457189" cy="457200"/>
          </a:xfrm>
          <a:prstGeom prst="roundRect">
            <a:avLst>
              <a:gd name="adj" fmla="val 40000"/>
            </a:avLst>
          </a:prstGeom>
          <a:solidFill>
            <a:srgbClr val="08786D"/>
          </a:solidFill>
          <a:ln w="12700">
            <a:solidFill>
              <a:srgbClr val="2191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4472" y="3934271"/>
            <a:ext cx="304792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spc="-24" kern="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26039" y="4914702"/>
            <a:ext cx="308175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00" spc="-18" kern="0" dirty="0">
                <a:solidFill>
                  <a:srgbClr val="CAD6DE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Approve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26039" y="5333702"/>
            <a:ext cx="3081756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Import validated findings; approve minimal correction and record the decision.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823700" y="3492302"/>
            <a:ext cx="28574" cy="609600"/>
          </a:xfrm>
          <a:prstGeom prst="roundRect">
            <a:avLst>
              <a:gd name="adj" fmla="val 50000"/>
            </a:avLst>
          </a:prstGeom>
          <a:solidFill>
            <a:srgbClr val="219186"/>
          </a:solidFill>
          <a:ln/>
        </p:spPr>
      </p:sp>
      <p:sp>
        <p:nvSpPr>
          <p:cNvPr id="26" name="Shape 24"/>
          <p:cNvSpPr/>
          <p:nvPr/>
        </p:nvSpPr>
        <p:spPr>
          <a:xfrm>
            <a:off x="9609393" y="3873302"/>
            <a:ext cx="457189" cy="457200"/>
          </a:xfrm>
          <a:prstGeom prst="roundRect">
            <a:avLst>
              <a:gd name="adj" fmla="val 40000"/>
            </a:avLst>
          </a:prstGeom>
          <a:solidFill>
            <a:srgbClr val="08786D"/>
          </a:solidFill>
          <a:ln w="12700">
            <a:solidFill>
              <a:srgbClr val="2191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85591" y="3934271"/>
            <a:ext cx="304792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spc="-24" kern="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297060" y="2016720"/>
            <a:ext cx="308185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00" spc="-18" kern="0" dirty="0">
                <a:solidFill>
                  <a:srgbClr val="CAD6DE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Verify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97060" y="2435721"/>
            <a:ext cx="3081856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Run the exact regression suite independently; generate the final report.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120" kern="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PRODUCT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2650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The Contract Evidence Graph is the product’s differentiator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35770"/>
            <a:ext cx="10972526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473920"/>
            <a:ext cx="1097252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Every investigation connects the documented requirement to frontend and backend evidence, a reproduction test, the root cause, the approved fix, and the passing verification test.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09585" y="3226991"/>
            <a:ext cx="160016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Requirement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9585" y="3670201"/>
            <a:ext cx="1600160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Documented requirement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666933" y="3226991"/>
            <a:ext cx="137156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Evidence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666933" y="3670201"/>
            <a:ext cx="1371566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Frontend and backend evidence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495688" y="3226991"/>
            <a:ext cx="137156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Reproduction test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495688" y="3967361"/>
            <a:ext cx="160016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Test evidence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24442" y="3226991"/>
            <a:ext cx="137156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Root cause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24442" y="3670201"/>
            <a:ext cx="160016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Finding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53196" y="3226991"/>
            <a:ext cx="137156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Approved fix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153196" y="3670201"/>
            <a:ext cx="160016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981950" y="3226991"/>
            <a:ext cx="160016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Verification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981950" y="3670201"/>
            <a:ext cx="160016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Passing verification test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09585" y="4349552"/>
            <a:ext cx="345431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Inspectable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09585" y="4792762"/>
            <a:ext cx="345431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Each node opens its source artifact, excerpt, or test evidence.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368691" y="4349552"/>
            <a:ext cx="345431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Honest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368691" y="4792762"/>
            <a:ext cx="345431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Missing links remain visibly incomplete instead of being inferred.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127797" y="4349552"/>
            <a:ext cx="345431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Auditable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127797" y="4792762"/>
            <a:ext cx="3454314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Approvals, imports, test executions, and report generation are recorded as workflow events.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431989" y="3226991"/>
            <a:ext cx="12700" cy="938411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25" name="Shape 22"/>
          <p:cNvSpPr/>
          <p:nvPr/>
        </p:nvSpPr>
        <p:spPr>
          <a:xfrm>
            <a:off x="4260743" y="3226991"/>
            <a:ext cx="12700" cy="938411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26" name="Shape 23"/>
          <p:cNvSpPr/>
          <p:nvPr/>
        </p:nvSpPr>
        <p:spPr>
          <a:xfrm>
            <a:off x="6089498" y="3226991"/>
            <a:ext cx="12700" cy="938411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27" name="Shape 24"/>
          <p:cNvSpPr/>
          <p:nvPr/>
        </p:nvSpPr>
        <p:spPr>
          <a:xfrm>
            <a:off x="7918252" y="3226991"/>
            <a:ext cx="12700" cy="938411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28" name="Shape 25"/>
          <p:cNvSpPr/>
          <p:nvPr/>
        </p:nvSpPr>
        <p:spPr>
          <a:xfrm>
            <a:off x="9747006" y="3226991"/>
            <a:ext cx="12700" cy="938411"/>
          </a:xfrm>
          <a:prstGeom prst="rect">
            <a:avLst/>
          </a:prstGeom>
          <a:solidFill>
            <a:srgbClr val="0A988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120" kern="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IBM BOB · EXPLICIT ARTIFACT HANDOFF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2650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ContractGuard prepares the work; Bob returns artifacts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35770"/>
            <a:ext cx="10972526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473920"/>
            <a:ext cx="8242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09585" y="2758380"/>
            <a:ext cx="2514537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7" name="Text 4"/>
          <p:cNvSpPr/>
          <p:nvPr/>
        </p:nvSpPr>
        <p:spPr>
          <a:xfrm>
            <a:off x="609585" y="2899271"/>
            <a:ext cx="251453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Workspace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09585" y="3342481"/>
            <a:ext cx="251453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ContractGuard creates the investigation workspace and task-specific prompt.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428914" y="2473920"/>
            <a:ext cx="85961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428914" y="2758380"/>
            <a:ext cx="2514537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1" name="Text 8"/>
          <p:cNvSpPr/>
          <p:nvPr/>
        </p:nvSpPr>
        <p:spPr>
          <a:xfrm>
            <a:off x="3428914" y="2899271"/>
            <a:ext cx="251453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Developer opens Bob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428914" y="3342481"/>
            <a:ext cx="2514537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developer opens that workspace in IBM Bob.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48244" y="2473920"/>
            <a:ext cx="86209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48244" y="2758380"/>
            <a:ext cx="2514537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5" name="Text 12"/>
          <p:cNvSpPr/>
          <p:nvPr/>
        </p:nvSpPr>
        <p:spPr>
          <a:xfrm>
            <a:off x="6248244" y="2899271"/>
            <a:ext cx="251453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Project context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248244" y="3342481"/>
            <a:ext cx="251453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Bob reads documentation, OpenAPI contract, source, and tests.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067573" y="2473920"/>
            <a:ext cx="87548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067573" y="2758380"/>
            <a:ext cx="2514537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9" name="Text 16"/>
          <p:cNvSpPr/>
          <p:nvPr/>
        </p:nvSpPr>
        <p:spPr>
          <a:xfrm>
            <a:off x="9067573" y="2899271"/>
            <a:ext cx="251453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Structured output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067573" y="3342481"/>
            <a:ext cx="251453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Bob writes diagnosis.json, investigation_summary.md, and fix_plan.md.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09585" y="4380012"/>
            <a:ext cx="1097252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ContractGuard validates and imports those artifacts; it does not pretend to directly control Bob without a supported runtime integration.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64729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120" kern="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BASELINE · BEFORE APPROVAL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437779"/>
            <a:ext cx="10972526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The baseline makes both defects visible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115939"/>
            <a:ext cx="10972526" cy="25400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554089"/>
          <a:ext cx="9143771" cy="914400"/>
        </p:xfrm>
        <a:graphic>
          <a:graphicData uri="http://schemas.openxmlformats.org/drawingml/2006/table">
            <a:tbl>
              <a:tblPr/>
              <a:tblGrid>
                <a:gridCol w="3182032"/>
                <a:gridCol w="7790493"/>
              </a:tblGrid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Evidence node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What it proves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Requirement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The API accepts one or more files in files.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41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BUG-001 · Frontend finding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The frontend sends the wrong field name instead of files; request construction violates the field-name contract.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41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BUG-002 · Backend finding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The backend processes the first file despite the documented multiple-file requirement; the handler omits additional uploaded files.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4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Failing tests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The relevant request-construction and multi-file regression tests fail for their intended reasons before any fix is approved; the defects are reproducible, not hypothetical.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120" kern="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HUMAN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2650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Human approval is the gate between diagnosis and change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35770"/>
            <a:ext cx="10972526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473920"/>
            <a:ext cx="8242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09585" y="2758380"/>
            <a:ext cx="2514537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7" name="Text 4"/>
          <p:cNvSpPr/>
          <p:nvPr/>
        </p:nvSpPr>
        <p:spPr>
          <a:xfrm>
            <a:off x="609585" y="2899271"/>
            <a:ext cx="251453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Review the findings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09585" y="3342481"/>
            <a:ext cx="251453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Review the confirmed findings and source references.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428914" y="2473920"/>
            <a:ext cx="85961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428914" y="2758380"/>
            <a:ext cx="2514537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1" name="Text 8"/>
          <p:cNvSpPr/>
          <p:nvPr/>
        </p:nvSpPr>
        <p:spPr>
          <a:xfrm>
            <a:off x="3428914" y="2899271"/>
            <a:ext cx="251453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Inspect the correction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428914" y="3342481"/>
            <a:ext cx="2514537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Inspect the proposed correction, affected files, risks, and regression-test plan.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48244" y="2473920"/>
            <a:ext cx="86209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48244" y="2758380"/>
            <a:ext cx="2514537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5" name="Text 12"/>
          <p:cNvSpPr/>
          <p:nvPr/>
        </p:nvSpPr>
        <p:spPr>
          <a:xfrm>
            <a:off x="6248244" y="2899271"/>
            <a:ext cx="251453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Approve the plan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248244" y="3342481"/>
            <a:ext cx="2514537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Approve an immutable plan identified by a content hash.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067573" y="2473920"/>
            <a:ext cx="87548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067573" y="2758380"/>
            <a:ext cx="2514537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9" name="Text 16"/>
          <p:cNvSpPr/>
          <p:nvPr/>
        </p:nvSpPr>
        <p:spPr>
          <a:xfrm>
            <a:off x="9067573" y="2899271"/>
            <a:ext cx="251453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Generate the prompt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067573" y="3342481"/>
            <a:ext cx="2514537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Only then generate the IBM Bob implementation prompt.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09585" y="4664472"/>
            <a:ext cx="5333867" cy="754360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22" name="Text 19"/>
          <p:cNvSpPr/>
          <p:nvPr/>
        </p:nvSpPr>
        <p:spPr>
          <a:xfrm>
            <a:off x="838179" y="4893072"/>
            <a:ext cx="487667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Malformed artifacts cannot be approved.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6248244" y="4664472"/>
            <a:ext cx="5333867" cy="754360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24" name="Text 21"/>
          <p:cNvSpPr/>
          <p:nvPr/>
        </p:nvSpPr>
        <p:spPr>
          <a:xfrm>
            <a:off x="6476838" y="4893072"/>
            <a:ext cx="487667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Material plan changes require renewed approval.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120" kern="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INDEPENDENT 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2650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Proof comes from a separate, constrained execution path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35770"/>
            <a:ext cx="10972526" cy="254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585" y="2473920"/>
            <a:ext cx="3454314" cy="2661741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6" name="Text 3"/>
          <p:cNvSpPr/>
          <p:nvPr/>
        </p:nvSpPr>
        <p:spPr>
          <a:xfrm>
            <a:off x="838179" y="2702520"/>
            <a:ext cx="322571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 · ALLOWLIST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179" y="2975570"/>
            <a:ext cx="299712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Predefined commands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38179" y="3484761"/>
            <a:ext cx="2997125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verifier runs only predefined command IDs against the approved bundled fixture.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68691" y="2473920"/>
            <a:ext cx="3454314" cy="2661741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10" name="Text 7"/>
          <p:cNvSpPr/>
          <p:nvPr/>
        </p:nvSpPr>
        <p:spPr>
          <a:xfrm>
            <a:off x="4597285" y="2702520"/>
            <a:ext cx="322571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2 · CAPTURE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97285" y="2975570"/>
            <a:ext cx="299712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Execution evidence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597285" y="3484761"/>
            <a:ext cx="2997125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 captures exit codes, timestamps, duration, stdout, stderr, and failed-test logs.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27797" y="2473920"/>
            <a:ext cx="3454314" cy="2661741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14" name="Text 11"/>
          <p:cNvSpPr/>
          <p:nvPr/>
        </p:nvSpPr>
        <p:spPr>
          <a:xfrm>
            <a:off x="8356391" y="2702520"/>
            <a:ext cx="322571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3 · REPORT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56391" y="2975570"/>
            <a:ext cx="299712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Full evidence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356391" y="3484761"/>
            <a:ext cx="2997125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run is verified only when targeted regressions are resolved, the required suite executes successfully, and the evidence is recorded.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09585" y="5319812"/>
            <a:ext cx="541006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9BE15D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Green</a:t>
            </a:r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 requires the required suite to succeed.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172046" y="5319812"/>
            <a:ext cx="5410065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Failed tests remain visible; a green subset never hides a red result.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792460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115" kern="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TRACEFORGE AI · CONTRACTGUARD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67172"/>
            <a:ext cx="7315017" cy="1362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50" spc="-33" kern="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The architecture separates product control from agent work</a:t>
            </a:r>
            <a:endParaRPr lang="en-US" sz="3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415282"/>
            <a:ext cx="7315017" cy="2494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585" y="2832993"/>
            <a:ext cx="3581310" cy="1938734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6" name="Text 3"/>
          <p:cNvSpPr/>
          <p:nvPr/>
        </p:nvSpPr>
        <p:spPr>
          <a:xfrm>
            <a:off x="838179" y="3061593"/>
            <a:ext cx="3124122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React + TypeScript frontend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38179" y="3479105"/>
            <a:ext cx="3124122" cy="79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Dashboard, workflow stepper, findings, approval, evidence graph, verification, and reports.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343291" y="2832993"/>
            <a:ext cx="3581310" cy="1938734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9" name="Text 6"/>
          <p:cNvSpPr/>
          <p:nvPr/>
        </p:nvSpPr>
        <p:spPr>
          <a:xfrm>
            <a:off x="4571886" y="3061593"/>
            <a:ext cx="3124122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Rust + Axum backend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571886" y="3479105"/>
            <a:ext cx="3124122" cy="1064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Workflow state, SQLite persistence, isolated workspaces, artifact validation, safe verification, and report generation.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09585" y="4924127"/>
            <a:ext cx="3581310" cy="1938734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12" name="Text 9"/>
          <p:cNvSpPr/>
          <p:nvPr/>
        </p:nvSpPr>
        <p:spPr>
          <a:xfrm>
            <a:off x="838179" y="5152727"/>
            <a:ext cx="3124122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IBM Bob IDE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38179" y="5570240"/>
            <a:ext cx="3124122" cy="79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Project understanding, investigation, implementation assistance, regression-test creation, and review.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4343291" y="4924127"/>
            <a:ext cx="3581310" cy="1938734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15" name="Text 12"/>
          <p:cNvSpPr/>
          <p:nvPr/>
        </p:nvSpPr>
        <p:spPr>
          <a:xfrm>
            <a:off x="4571886" y="5152727"/>
            <a:ext cx="3124122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UploadLab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571886" y="5570240"/>
            <a:ext cx="3124122" cy="532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Immutable broken fixture and corrected working copy.</a:t>
            </a:r>
            <a:endParaRPr lang="en-US" sz="15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187" y="0"/>
            <a:ext cx="365750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2026-09-27T14:08:31Z</dcterms:created>
  <dcterms:modified xsi:type="dcterms:W3CDTF">2026-09-27T14:08:31Z</dcterms:modified>
</cp:coreProperties>
</file>